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801A94-2A8E-4399-AE74-CD602CEEBA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F110B63-50B4-4F3E-A744-9BB5AA2F60E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